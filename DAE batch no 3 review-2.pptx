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CBEAC1-35C9-4827-8F87-5EC4353D0E1C}" v="9" dt="2026-09-29T00:57:27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hya Peesapati" userId="b49ada18a6cfa11f" providerId="LiveId" clId="{81C401DD-8EBE-42F1-BC9F-4AE9CECDE148}"/>
    <pc:docChg chg="undo redo custSel addSld modSld">
      <pc:chgData name="Adithya Peesapati" userId="b49ada18a6cfa11f" providerId="LiveId" clId="{81C401DD-8EBE-42F1-BC9F-4AE9CECDE148}" dt="2026-09-29T01:20:30.446" v="356" actId="2710"/>
      <pc:docMkLst>
        <pc:docMk/>
      </pc:docMkLst>
      <pc:sldChg chg="modSp mod">
        <pc:chgData name="Adithya Peesapati" userId="b49ada18a6cfa11f" providerId="LiveId" clId="{81C401DD-8EBE-42F1-BC9F-4AE9CECDE148}" dt="2026-09-29T01:17:49.230" v="336" actId="20577"/>
        <pc:sldMkLst>
          <pc:docMk/>
          <pc:sldMk cId="3924761025" sldId="256"/>
        </pc:sldMkLst>
        <pc:spChg chg="mod">
          <ac:chgData name="Adithya Peesapati" userId="b49ada18a6cfa11f" providerId="LiveId" clId="{81C401DD-8EBE-42F1-BC9F-4AE9CECDE148}" dt="2026-09-29T01:17:49.230" v="336" actId="20577"/>
          <ac:spMkLst>
            <pc:docMk/>
            <pc:sldMk cId="3924761025" sldId="256"/>
            <ac:spMk id="9" creationId="{CA8A581F-2118-6507-4B83-CEA122909E41}"/>
          </ac:spMkLst>
        </pc:spChg>
        <pc:spChg chg="mod">
          <ac:chgData name="Adithya Peesapati" userId="b49ada18a6cfa11f" providerId="LiveId" clId="{81C401DD-8EBE-42F1-BC9F-4AE9CECDE148}" dt="2026-09-29T01:17:37.937" v="325" actId="20577"/>
          <ac:spMkLst>
            <pc:docMk/>
            <pc:sldMk cId="3924761025" sldId="256"/>
            <ac:spMk id="10" creationId="{4D5E06C4-BCC6-6934-2B29-F373708E77E7}"/>
          </ac:spMkLst>
        </pc:spChg>
      </pc:sldChg>
      <pc:sldChg chg="modSp mod">
        <pc:chgData name="Adithya Peesapati" userId="b49ada18a6cfa11f" providerId="LiveId" clId="{81C401DD-8EBE-42F1-BC9F-4AE9CECDE148}" dt="2026-09-29T01:01:03.108" v="166" actId="255"/>
        <pc:sldMkLst>
          <pc:docMk/>
          <pc:sldMk cId="997680592" sldId="257"/>
        </pc:sldMkLst>
        <pc:spChg chg="mod">
          <ac:chgData name="Adithya Peesapati" userId="b49ada18a6cfa11f" providerId="LiveId" clId="{81C401DD-8EBE-42F1-BC9F-4AE9CECDE148}" dt="2026-09-29T01:01:03.108" v="166" actId="255"/>
          <ac:spMkLst>
            <pc:docMk/>
            <pc:sldMk cId="997680592" sldId="257"/>
            <ac:spMk id="10" creationId="{6158DD01-1D7C-4258-17BF-F3F2319CF538}"/>
          </ac:spMkLst>
        </pc:spChg>
      </pc:sldChg>
      <pc:sldChg chg="addSp modSp mod">
        <pc:chgData name="Adithya Peesapati" userId="b49ada18a6cfa11f" providerId="LiveId" clId="{81C401DD-8EBE-42F1-BC9F-4AE9CECDE148}" dt="2026-09-29T01:20:30.446" v="356" actId="2710"/>
        <pc:sldMkLst>
          <pc:docMk/>
          <pc:sldMk cId="3053785392" sldId="263"/>
        </pc:sldMkLst>
        <pc:spChg chg="mod">
          <ac:chgData name="Adithya Peesapati" userId="b49ada18a6cfa11f" providerId="LiveId" clId="{81C401DD-8EBE-42F1-BC9F-4AE9CECDE148}" dt="2026-09-29T01:20:30.446" v="356" actId="2710"/>
          <ac:spMkLst>
            <pc:docMk/>
            <pc:sldMk cId="3053785392" sldId="263"/>
            <ac:spMk id="7" creationId="{425FE2BD-EDCE-4586-2C1D-ECECE22D6745}"/>
          </ac:spMkLst>
        </pc:spChg>
        <pc:picChg chg="add mod">
          <ac:chgData name="Adithya Peesapati" userId="b49ada18a6cfa11f" providerId="LiveId" clId="{81C401DD-8EBE-42F1-BC9F-4AE9CECDE148}" dt="2026-09-29T01:20:02.585" v="345" actId="1076"/>
          <ac:picMkLst>
            <pc:docMk/>
            <pc:sldMk cId="3053785392" sldId="263"/>
            <ac:picMk id="9" creationId="{16E19B6E-8EC8-DD12-733C-291085C839B8}"/>
          </ac:picMkLst>
        </pc:picChg>
      </pc:sldChg>
      <pc:sldChg chg="addSp modSp mod">
        <pc:chgData name="Adithya Peesapati" userId="b49ada18a6cfa11f" providerId="LiveId" clId="{81C401DD-8EBE-42F1-BC9F-4AE9CECDE148}" dt="2026-09-29T00:09:54.094" v="20" actId="20577"/>
        <pc:sldMkLst>
          <pc:docMk/>
          <pc:sldMk cId="3894920521" sldId="264"/>
        </pc:sldMkLst>
        <pc:spChg chg="mod">
          <ac:chgData name="Adithya Peesapati" userId="b49ada18a6cfa11f" providerId="LiveId" clId="{81C401DD-8EBE-42F1-BC9F-4AE9CECDE148}" dt="2026-09-29T00:09:54.094" v="20" actId="20577"/>
          <ac:spMkLst>
            <pc:docMk/>
            <pc:sldMk cId="3894920521" sldId="264"/>
            <ac:spMk id="5" creationId="{07C83CA7-26AF-70CB-8DD1-40E8C0F85ED5}"/>
          </ac:spMkLst>
        </pc:spChg>
        <pc:spChg chg="add mod">
          <ac:chgData name="Adithya Peesapati" userId="b49ada18a6cfa11f" providerId="LiveId" clId="{81C401DD-8EBE-42F1-BC9F-4AE9CECDE148}" dt="2026-09-29T00:08:50.213" v="16" actId="14100"/>
          <ac:spMkLst>
            <pc:docMk/>
            <pc:sldMk cId="3894920521" sldId="264"/>
            <ac:spMk id="11" creationId="{8BB32E94-ED7E-2CD4-74A5-3C1EE17EB47D}"/>
          </ac:spMkLst>
        </pc:spChg>
        <pc:picChg chg="add mod">
          <ac:chgData name="Adithya Peesapati" userId="b49ada18a6cfa11f" providerId="LiveId" clId="{81C401DD-8EBE-42F1-BC9F-4AE9CECDE148}" dt="2026-09-29T00:06:42.373" v="3" actId="1076"/>
          <ac:picMkLst>
            <pc:docMk/>
            <pc:sldMk cId="3894920521" sldId="264"/>
            <ac:picMk id="7" creationId="{6E153F71-E4F8-8F53-CBF3-5ABA99EE701A}"/>
          </ac:picMkLst>
        </pc:picChg>
        <pc:picChg chg="add mod">
          <ac:chgData name="Adithya Peesapati" userId="b49ada18a6cfa11f" providerId="LiveId" clId="{81C401DD-8EBE-42F1-BC9F-4AE9CECDE148}" dt="2026-09-29T00:07:54.694" v="11" actId="1076"/>
          <ac:picMkLst>
            <pc:docMk/>
            <pc:sldMk cId="3894920521" sldId="264"/>
            <ac:picMk id="9" creationId="{7520A497-0E4D-CD56-2144-6C80326E45E9}"/>
          </ac:picMkLst>
        </pc:picChg>
      </pc:sldChg>
      <pc:sldChg chg="addSp modSp new mod">
        <pc:chgData name="Adithya Peesapati" userId="b49ada18a6cfa11f" providerId="LiveId" clId="{81C401DD-8EBE-42F1-BC9F-4AE9CECDE148}" dt="2026-09-29T00:14:59.171" v="53" actId="1076"/>
        <pc:sldMkLst>
          <pc:docMk/>
          <pc:sldMk cId="3124384120" sldId="266"/>
        </pc:sldMkLst>
        <pc:spChg chg="add mod">
          <ac:chgData name="Adithya Peesapati" userId="b49ada18a6cfa11f" providerId="LiveId" clId="{81C401DD-8EBE-42F1-BC9F-4AE9CECDE148}" dt="2026-09-29T00:11:29.416" v="35" actId="20577"/>
          <ac:spMkLst>
            <pc:docMk/>
            <pc:sldMk cId="3124384120" sldId="266"/>
            <ac:spMk id="5" creationId="{27C58965-BFDB-7F65-6C2E-01F4064895A0}"/>
          </ac:spMkLst>
        </pc:spChg>
        <pc:spChg chg="add mod">
          <ac:chgData name="Adithya Peesapati" userId="b49ada18a6cfa11f" providerId="LiveId" clId="{81C401DD-8EBE-42F1-BC9F-4AE9CECDE148}" dt="2026-09-29T00:14:53.728" v="51" actId="1076"/>
          <ac:spMkLst>
            <pc:docMk/>
            <pc:sldMk cId="3124384120" sldId="266"/>
            <ac:spMk id="9" creationId="{53D9C8C6-E0D5-A9BB-2F9A-9667B28D5A5A}"/>
          </ac:spMkLst>
        </pc:spChg>
        <pc:spChg chg="add mod">
          <ac:chgData name="Adithya Peesapati" userId="b49ada18a6cfa11f" providerId="LiveId" clId="{81C401DD-8EBE-42F1-BC9F-4AE9CECDE148}" dt="2026-09-29T00:14:59.171" v="53" actId="1076"/>
          <ac:spMkLst>
            <pc:docMk/>
            <pc:sldMk cId="3124384120" sldId="266"/>
            <ac:spMk id="11" creationId="{2F872F36-D276-D950-883A-87DAE04517B3}"/>
          </ac:spMkLst>
        </pc:spChg>
        <pc:picChg chg="add">
          <ac:chgData name="Adithya Peesapati" userId="b49ada18a6cfa11f" providerId="LiveId" clId="{81C401DD-8EBE-42F1-BC9F-4AE9CECDE148}" dt="2026-09-29T00:09:47.352" v="18" actId="22"/>
          <ac:picMkLst>
            <pc:docMk/>
            <pc:sldMk cId="3124384120" sldId="266"/>
            <ac:picMk id="3" creationId="{9FDBC345-034A-478F-C607-E3191EAFC5F5}"/>
          </ac:picMkLst>
        </pc:picChg>
        <pc:picChg chg="add mod">
          <ac:chgData name="Adithya Peesapati" userId="b49ada18a6cfa11f" providerId="LiveId" clId="{81C401DD-8EBE-42F1-BC9F-4AE9CECDE148}" dt="2026-09-29T00:14:50.477" v="50" actId="14100"/>
          <ac:picMkLst>
            <pc:docMk/>
            <pc:sldMk cId="3124384120" sldId="266"/>
            <ac:picMk id="7" creationId="{D701AA88-A01C-C103-2F1D-59172F9BE35E}"/>
          </ac:picMkLst>
        </pc:picChg>
      </pc:sldChg>
      <pc:sldChg chg="addSp delSp modSp new mod">
        <pc:chgData name="Adithya Peesapati" userId="b49ada18a6cfa11f" providerId="LiveId" clId="{81C401DD-8EBE-42F1-BC9F-4AE9CECDE148}" dt="2026-09-29T00:19:29.378" v="88" actId="22"/>
        <pc:sldMkLst>
          <pc:docMk/>
          <pc:sldMk cId="3562809251" sldId="267"/>
        </pc:sldMkLst>
        <pc:spChg chg="add mod">
          <ac:chgData name="Adithya Peesapati" userId="b49ada18a6cfa11f" providerId="LiveId" clId="{81C401DD-8EBE-42F1-BC9F-4AE9CECDE148}" dt="2026-09-29T00:16:19.588" v="69" actId="20577"/>
          <ac:spMkLst>
            <pc:docMk/>
            <pc:sldMk cId="3562809251" sldId="267"/>
            <ac:spMk id="5" creationId="{890E2480-1FFB-7357-2283-EDEFB6D29BDA}"/>
          </ac:spMkLst>
        </pc:spChg>
        <pc:spChg chg="add mod">
          <ac:chgData name="Adithya Peesapati" userId="b49ada18a6cfa11f" providerId="LiveId" clId="{81C401DD-8EBE-42F1-BC9F-4AE9CECDE148}" dt="2026-09-29T00:18:37.478" v="83" actId="20577"/>
          <ac:spMkLst>
            <pc:docMk/>
            <pc:sldMk cId="3562809251" sldId="267"/>
            <ac:spMk id="9" creationId="{2BAD05C5-2E17-B6F0-2D57-D2811E48D0BF}"/>
          </ac:spMkLst>
        </pc:spChg>
        <pc:spChg chg="add del">
          <ac:chgData name="Adithya Peesapati" userId="b49ada18a6cfa11f" providerId="LiveId" clId="{81C401DD-8EBE-42F1-BC9F-4AE9CECDE148}" dt="2026-09-29T00:19:29.378" v="88" actId="22"/>
          <ac:spMkLst>
            <pc:docMk/>
            <pc:sldMk cId="3562809251" sldId="267"/>
            <ac:spMk id="11" creationId="{0219346A-55F0-5F9B-6FAB-DF2CE6A41ECB}"/>
          </ac:spMkLst>
        </pc:spChg>
        <pc:picChg chg="add">
          <ac:chgData name="Adithya Peesapati" userId="b49ada18a6cfa11f" providerId="LiveId" clId="{81C401DD-8EBE-42F1-BC9F-4AE9CECDE148}" dt="2026-09-29T00:15:15.355" v="55" actId="22"/>
          <ac:picMkLst>
            <pc:docMk/>
            <pc:sldMk cId="3562809251" sldId="267"/>
            <ac:picMk id="3" creationId="{49766A9E-8DB3-CE03-34DA-BDC044CD1DAD}"/>
          </ac:picMkLst>
        </pc:picChg>
        <pc:picChg chg="add mod">
          <ac:chgData name="Adithya Peesapati" userId="b49ada18a6cfa11f" providerId="LiveId" clId="{81C401DD-8EBE-42F1-BC9F-4AE9CECDE148}" dt="2026-09-29T00:18:45.248" v="84" actId="14100"/>
          <ac:picMkLst>
            <pc:docMk/>
            <pc:sldMk cId="3562809251" sldId="267"/>
            <ac:picMk id="7" creationId="{1559D632-619E-A6B0-B380-30311125FBB6}"/>
          </ac:picMkLst>
        </pc:picChg>
      </pc:sldChg>
      <pc:sldChg chg="addSp modSp new mod">
        <pc:chgData name="Adithya Peesapati" userId="b49ada18a6cfa11f" providerId="LiveId" clId="{81C401DD-8EBE-42F1-BC9F-4AE9CECDE148}" dt="2026-09-29T00:21:58.948" v="110" actId="20577"/>
        <pc:sldMkLst>
          <pc:docMk/>
          <pc:sldMk cId="4028480163" sldId="268"/>
        </pc:sldMkLst>
        <pc:spChg chg="add mod">
          <ac:chgData name="Adithya Peesapati" userId="b49ada18a6cfa11f" providerId="LiveId" clId="{81C401DD-8EBE-42F1-BC9F-4AE9CECDE148}" dt="2026-09-29T00:20:48.525" v="96" actId="207"/>
          <ac:spMkLst>
            <pc:docMk/>
            <pc:sldMk cId="4028480163" sldId="268"/>
            <ac:spMk id="5" creationId="{FEA64557-4BF9-4B92-74C0-7231EF4DCB23}"/>
          </ac:spMkLst>
        </pc:spChg>
        <pc:spChg chg="add mod">
          <ac:chgData name="Adithya Peesapati" userId="b49ada18a6cfa11f" providerId="LiveId" clId="{81C401DD-8EBE-42F1-BC9F-4AE9CECDE148}" dt="2026-09-29T00:21:58.948" v="110" actId="20577"/>
          <ac:spMkLst>
            <pc:docMk/>
            <pc:sldMk cId="4028480163" sldId="268"/>
            <ac:spMk id="9" creationId="{5346E5B5-F9D7-887A-EFF3-0B3E7E6E9EA5}"/>
          </ac:spMkLst>
        </pc:spChg>
        <pc:picChg chg="add">
          <ac:chgData name="Adithya Peesapati" userId="b49ada18a6cfa11f" providerId="LiveId" clId="{81C401DD-8EBE-42F1-BC9F-4AE9CECDE148}" dt="2026-09-29T00:19:22.444" v="86" actId="22"/>
          <ac:picMkLst>
            <pc:docMk/>
            <pc:sldMk cId="4028480163" sldId="268"/>
            <ac:picMk id="3" creationId="{B9CC5D5B-056B-8E51-18E1-220CD2829263}"/>
          </ac:picMkLst>
        </pc:picChg>
        <pc:picChg chg="add mod">
          <ac:chgData name="Adithya Peesapati" userId="b49ada18a6cfa11f" providerId="LiveId" clId="{81C401DD-8EBE-42F1-BC9F-4AE9CECDE148}" dt="2026-09-29T00:21:07.670" v="100" actId="1076"/>
          <ac:picMkLst>
            <pc:docMk/>
            <pc:sldMk cId="4028480163" sldId="268"/>
            <ac:picMk id="7" creationId="{1B39B077-F76C-A6C3-B1C6-69D75B2AC2FB}"/>
          </ac:picMkLst>
        </pc:picChg>
      </pc:sldChg>
      <pc:sldChg chg="addSp modSp new mod">
        <pc:chgData name="Adithya Peesapati" userId="b49ada18a6cfa11f" providerId="LiveId" clId="{81C401DD-8EBE-42F1-BC9F-4AE9CECDE148}" dt="2026-09-29T00:56:55.937" v="146" actId="14100"/>
        <pc:sldMkLst>
          <pc:docMk/>
          <pc:sldMk cId="23678616" sldId="269"/>
        </pc:sldMkLst>
        <pc:spChg chg="add mod">
          <ac:chgData name="Adithya Peesapati" userId="b49ada18a6cfa11f" providerId="LiveId" clId="{81C401DD-8EBE-42F1-BC9F-4AE9CECDE148}" dt="2026-09-29T00:51:19.154" v="140" actId="207"/>
          <ac:spMkLst>
            <pc:docMk/>
            <pc:sldMk cId="23678616" sldId="269"/>
            <ac:spMk id="5" creationId="{ED60FBEA-C450-3299-3D98-1600D2D870DC}"/>
          </ac:spMkLst>
        </pc:spChg>
        <pc:picChg chg="add">
          <ac:chgData name="Adithya Peesapati" userId="b49ada18a6cfa11f" providerId="LiveId" clId="{81C401DD-8EBE-42F1-BC9F-4AE9CECDE148}" dt="2026-09-29T00:22:32.737" v="112" actId="22"/>
          <ac:picMkLst>
            <pc:docMk/>
            <pc:sldMk cId="23678616" sldId="269"/>
            <ac:picMk id="3" creationId="{E3FF0BAB-1B72-889A-C348-DF6F8C15C3D6}"/>
          </ac:picMkLst>
        </pc:picChg>
        <pc:picChg chg="add mod">
          <ac:chgData name="Adithya Peesapati" userId="b49ada18a6cfa11f" providerId="LiveId" clId="{81C401DD-8EBE-42F1-BC9F-4AE9CECDE148}" dt="2026-09-29T00:56:55.937" v="146" actId="14100"/>
          <ac:picMkLst>
            <pc:docMk/>
            <pc:sldMk cId="23678616" sldId="269"/>
            <ac:picMk id="7" creationId="{F829E87A-55CE-59F5-0E00-12A00A4A6836}"/>
          </ac:picMkLst>
        </pc:picChg>
      </pc:sldChg>
      <pc:sldChg chg="addSp modSp new mod">
        <pc:chgData name="Adithya Peesapati" userId="b49ada18a6cfa11f" providerId="LiveId" clId="{81C401DD-8EBE-42F1-BC9F-4AE9CECDE148}" dt="2026-09-29T01:14:56.026" v="258" actId="14100"/>
        <pc:sldMkLst>
          <pc:docMk/>
          <pc:sldMk cId="2411421332" sldId="270"/>
        </pc:sldMkLst>
        <pc:spChg chg="add mod">
          <ac:chgData name="Adithya Peesapati" userId="b49ada18a6cfa11f" providerId="LiveId" clId="{81C401DD-8EBE-42F1-BC9F-4AE9CECDE148}" dt="2026-09-29T01:01:33.864" v="198" actId="20577"/>
          <ac:spMkLst>
            <pc:docMk/>
            <pc:sldMk cId="2411421332" sldId="270"/>
            <ac:spMk id="5" creationId="{EA9994D0-EA08-9F53-8B5B-561C4F13321B}"/>
          </ac:spMkLst>
        </pc:spChg>
        <pc:spChg chg="add mod">
          <ac:chgData name="Adithya Peesapati" userId="b49ada18a6cfa11f" providerId="LiveId" clId="{81C401DD-8EBE-42F1-BC9F-4AE9CECDE148}" dt="2026-09-29T01:09:49.749" v="216" actId="14100"/>
          <ac:spMkLst>
            <pc:docMk/>
            <pc:sldMk cId="2411421332" sldId="270"/>
            <ac:spMk id="7" creationId="{4C4127E9-6082-0472-F71E-C041020687A0}"/>
          </ac:spMkLst>
        </pc:spChg>
        <pc:picChg chg="add">
          <ac:chgData name="Adithya Peesapati" userId="b49ada18a6cfa11f" providerId="LiveId" clId="{81C401DD-8EBE-42F1-BC9F-4AE9CECDE148}" dt="2026-09-29T00:57:05.959" v="148" actId="22"/>
          <ac:picMkLst>
            <pc:docMk/>
            <pc:sldMk cId="2411421332" sldId="270"/>
            <ac:picMk id="3" creationId="{205DD2EE-8952-B76E-7A37-88E5CC02499F}"/>
          </ac:picMkLst>
        </pc:picChg>
        <pc:picChg chg="add mod">
          <ac:chgData name="Adithya Peesapati" userId="b49ada18a6cfa11f" providerId="LiveId" clId="{81C401DD-8EBE-42F1-BC9F-4AE9CECDE148}" dt="2026-09-29T01:14:11.570" v="244" actId="14100"/>
          <ac:picMkLst>
            <pc:docMk/>
            <pc:sldMk cId="2411421332" sldId="270"/>
            <ac:picMk id="9" creationId="{5FCE427E-D96F-4712-C583-16144C314162}"/>
          </ac:picMkLst>
        </pc:picChg>
        <pc:picChg chg="add mod">
          <ac:chgData name="Adithya Peesapati" userId="b49ada18a6cfa11f" providerId="LiveId" clId="{81C401DD-8EBE-42F1-BC9F-4AE9CECDE148}" dt="2026-09-29T01:14:13.938" v="245" actId="14100"/>
          <ac:picMkLst>
            <pc:docMk/>
            <pc:sldMk cId="2411421332" sldId="270"/>
            <ac:picMk id="11" creationId="{EA90BEF0-3456-0E34-3ADF-122DE4F3F65B}"/>
          </ac:picMkLst>
        </pc:picChg>
        <pc:picChg chg="add mod">
          <ac:chgData name="Adithya Peesapati" userId="b49ada18a6cfa11f" providerId="LiveId" clId="{81C401DD-8EBE-42F1-BC9F-4AE9CECDE148}" dt="2026-09-29T01:14:21.957" v="247" actId="14100"/>
          <ac:picMkLst>
            <pc:docMk/>
            <pc:sldMk cId="2411421332" sldId="270"/>
            <ac:picMk id="13" creationId="{FA852412-0862-3CF7-8A84-2060E451EE47}"/>
          </ac:picMkLst>
        </pc:picChg>
        <pc:picChg chg="add mod">
          <ac:chgData name="Adithya Peesapati" userId="b49ada18a6cfa11f" providerId="LiveId" clId="{81C401DD-8EBE-42F1-BC9F-4AE9CECDE148}" dt="2026-09-29T01:14:56.026" v="258" actId="14100"/>
          <ac:picMkLst>
            <pc:docMk/>
            <pc:sldMk cId="2411421332" sldId="270"/>
            <ac:picMk id="15" creationId="{E6AAF412-574C-58D4-656B-582E29B8917D}"/>
          </ac:picMkLst>
        </pc:picChg>
      </pc:sldChg>
      <pc:sldChg chg="addSp modSp new mod">
        <pc:chgData name="Adithya Peesapati" userId="b49ada18a6cfa11f" providerId="LiveId" clId="{81C401DD-8EBE-42F1-BC9F-4AE9CECDE148}" dt="2026-09-29T01:16:39.823" v="290" actId="20577"/>
        <pc:sldMkLst>
          <pc:docMk/>
          <pc:sldMk cId="3771414282" sldId="271"/>
        </pc:sldMkLst>
        <pc:spChg chg="add mod">
          <ac:chgData name="Adithya Peesapati" userId="b49ada18a6cfa11f" providerId="LiveId" clId="{81C401DD-8EBE-42F1-BC9F-4AE9CECDE148}" dt="2026-09-29T01:16:07.952" v="277" actId="207"/>
          <ac:spMkLst>
            <pc:docMk/>
            <pc:sldMk cId="3771414282" sldId="271"/>
            <ac:spMk id="5" creationId="{0EE07398-F7E5-CA54-7FBE-8B3A56768CD6}"/>
          </ac:spMkLst>
        </pc:spChg>
        <pc:spChg chg="add mod">
          <ac:chgData name="Adithya Peesapati" userId="b49ada18a6cfa11f" providerId="LiveId" clId="{81C401DD-8EBE-42F1-BC9F-4AE9CECDE148}" dt="2026-09-29T01:16:39.823" v="290" actId="20577"/>
          <ac:spMkLst>
            <pc:docMk/>
            <pc:sldMk cId="3771414282" sldId="271"/>
            <ac:spMk id="7" creationId="{D389ACB5-5B30-EC61-E5D3-9B2D93A2A255}"/>
          </ac:spMkLst>
        </pc:spChg>
        <pc:picChg chg="add">
          <ac:chgData name="Adithya Peesapati" userId="b49ada18a6cfa11f" providerId="LiveId" clId="{81C401DD-8EBE-42F1-BC9F-4AE9CECDE148}" dt="2026-09-29T01:15:18.591" v="260" actId="22"/>
          <ac:picMkLst>
            <pc:docMk/>
            <pc:sldMk cId="3771414282" sldId="271"/>
            <ac:picMk id="3" creationId="{3191922C-2DB4-6446-07AF-1A302C98DB7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F3D27-018F-E657-FF40-73656B317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0C575-8C4F-C308-00F2-151928E9D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0C904-7C1B-CA3B-3E8E-813366467E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F79CEA-E591-459F-842F-DD0B4D8BFBA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0D6D-8C2B-AF8E-2664-A1E09B8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F04EC-577D-D3E6-4A78-76E1A0D03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BF47F8-2853-438B-8E34-02D71BE65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86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B93BF-0638-2E99-39A0-B1C53E17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CE1EC-1D3F-8A37-F124-A66C2FEE9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87316-07DB-8CA3-625F-C283076A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F79CEA-E591-459F-842F-DD0B4D8BFBA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C279-3269-E772-749B-1E06BF775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9F3F2-D4E8-064E-84A7-AB9FD77E3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BF47F8-2853-438B-8E34-02D71BE65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717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940C6-3E89-FDD0-350D-3C071CD4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C3BB3-2723-6E9B-C1FE-8BC984A8B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A2735-28F9-F9FA-0787-602C5850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F79CEA-E591-459F-842F-DD0B4D8BFBA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9071E-119A-A504-C6F9-B750682D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5ED31-ADC9-3F5A-F2E2-89EB6DF42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BF47F8-2853-438B-8E34-02D71BE65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022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BA4F8-412B-7E45-23D4-C96561E53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0166-AC40-6C35-8BBB-1C9B41EF9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39BCF-844D-A96A-E6A6-7C1D668D1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CB97D-E1E2-D5E9-322C-3668BC11F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F79CEA-E591-459F-842F-DD0B4D8BFBA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2E898-0A2B-0BA4-1EC0-C3CEF186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6BED2-B7B9-FC23-0104-A4C8038DD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BF47F8-2853-438B-8E34-02D71BE65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71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C5124-0A58-B541-C6F0-0B63BAA41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CCCBC-174E-8A73-61EF-0F60C7CD4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CDC02-6539-8F5C-00C6-F8E892E48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69DDD-1524-47EC-BA41-6CC126622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BAE251-D317-91D1-702B-3F55A9BBE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D0A40A-647B-D1D3-747C-901D8C06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F79CEA-E591-459F-842F-DD0B4D8BFBA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04578-7EFC-6D39-B594-7A29D8FFB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481026-5369-1CED-7F72-BF8229895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BF47F8-2853-438B-8E34-02D71BE65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00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49FC-58FD-1E93-1640-7DFB5051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F9005D-CFF0-7F75-7D40-C693EB2B33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F79CEA-E591-459F-842F-DD0B4D8BFBA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F6E8BA-4007-1302-1698-60B27C2DB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32D39-DDBF-FC74-4927-C83B1A04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BF47F8-2853-438B-8E34-02D71BE65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156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B4CB0-E69F-2CF4-B77C-F83AB891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F79CEA-E591-459F-842F-DD0B4D8BFBA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1E9685-4182-23FC-84F8-D88553E82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43BEA-DF03-83B5-A954-D763E730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BF47F8-2853-438B-8E34-02D71BE65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56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8F60D-ED74-BE4F-4A86-B2DA3ABB1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3A41A-62AA-66C0-B287-9A9B4F52C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0E967-401A-DFD6-1FDA-6F78B0508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0B39D-10A9-D68C-C592-9DD37EA1F5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F79CEA-E591-459F-842F-DD0B4D8BFBA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D2A2C-BD57-F1C9-4DA5-ED95FA1EA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7F6B3-4B16-3481-7656-6F350B5EE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BF47F8-2853-438B-8E34-02D71BE65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33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058F9-64D3-FEC5-BD61-93321ADA0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BDE84E-6324-F94C-AE77-02CA82887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234502-967A-4082-450A-0E6C768B2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FE14E-4997-DB5E-CA02-7C0E140BD8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F79CEA-E591-459F-842F-DD0B4D8BFBA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23B4A-E409-702F-6118-43BEC8244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B7521-4921-FBB9-414A-35E51727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BF47F8-2853-438B-8E34-02D71BE65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98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80ED6-C228-0DF1-F128-C329913EA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229F6-351F-A215-A917-E216DF0F0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A000E-CF9A-3427-2989-EC6766ECB9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F79CEA-E591-459F-842F-DD0B4D8BFBA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3D1C5-7F58-CBD8-9404-A4A0CBE0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43108-FE0D-41E8-D8B4-09ACB144A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BF47F8-2853-438B-8E34-02D71BE65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611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90B3FF-3B95-384D-DBC3-F191AA5D5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3A3D87-3937-BADA-2F06-3822B57D3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B590F-C571-03D4-C529-01AE65E6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F79CEA-E591-459F-842F-DD0B4D8BFBA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E445F-7634-383A-CC98-10569F487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69445-9DA4-95E0-9212-7641A3119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BF47F8-2853-438B-8E34-02D71BE65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209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04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2">
            <a:extLst>
              <a:ext uri="{FF2B5EF4-FFF2-40B4-BE49-F238E27FC236}">
                <a16:creationId xmlns:a16="http://schemas.microsoft.com/office/drawing/2014/main" id="{728C53EA-59B4-8E80-88C1-81E5502F74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6084" y="211046"/>
            <a:ext cx="4994857" cy="628649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CA8A581F-2118-6507-4B83-CEA122909E41}"/>
              </a:ext>
            </a:extLst>
          </p:cNvPr>
          <p:cNvSpPr txBox="1">
            <a:spLocks/>
          </p:cNvSpPr>
          <p:nvPr/>
        </p:nvSpPr>
        <p:spPr>
          <a:xfrm>
            <a:off x="1831258" y="1076308"/>
            <a:ext cx="7467599" cy="1958228"/>
          </a:xfrm>
          <a:prstGeom prst="rect">
            <a:avLst/>
          </a:prstGeom>
        </p:spPr>
        <p:txBody>
          <a:bodyPr vert="horz" wrap="square" lIns="0" tIns="1143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10">
              <a:lnSpc>
                <a:spcPct val="100000"/>
              </a:lnSpc>
              <a:spcBef>
                <a:spcPts val="750"/>
              </a:spcBef>
            </a:pP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Essentials Cornerstone Project</a:t>
            </a:r>
            <a:b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Review</a:t>
            </a:r>
            <a:b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Computer Science and Engineering</a:t>
            </a:r>
            <a:b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50" spc="-1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4D5E06C4-BCC6-6934-2B29-F373708E77E7}"/>
              </a:ext>
            </a:extLst>
          </p:cNvPr>
          <p:cNvSpPr txBox="1">
            <a:spLocks/>
          </p:cNvSpPr>
          <p:nvPr/>
        </p:nvSpPr>
        <p:spPr>
          <a:xfrm>
            <a:off x="1085833" y="2674374"/>
            <a:ext cx="9002063" cy="310731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sz="2800" dirty="0">
                <a:solidFill>
                  <a:schemeClr val="tx2"/>
                </a:solidFill>
              </a:rPr>
              <a:t>      COVID-19 DATA ANALYSIS DASHBOARD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IN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lang="en-IN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P.B.S.Adithya</a:t>
            </a:r>
            <a:r>
              <a:rPr lang="en-IN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-  25B11CS737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M.S.S. Manikanta                     -  25B11CS596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M.N.S.S.S.Snehith</a:t>
            </a:r>
            <a:r>
              <a:rPr lang="en-IN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Varma        -  25B11CS570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SK.A.Siddiq</a:t>
            </a:r>
            <a:r>
              <a:rPr lang="en-IN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-  25B11CS876</a:t>
            </a:r>
          </a:p>
        </p:txBody>
      </p:sp>
    </p:spTree>
    <p:extLst>
      <p:ext uri="{BB962C8B-B14F-4D97-AF65-F5344CB8AC3E}">
        <p14:creationId xmlns:p14="http://schemas.microsoft.com/office/powerpoint/2010/main" val="3924761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0C6D845-406D-C7EE-F10F-4103A496717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7EDC3C78-AAFB-B6F0-E490-01F837A68B06}"/>
              </a:ext>
            </a:extLst>
          </p:cNvPr>
          <p:cNvGrpSpPr/>
          <p:nvPr/>
        </p:nvGrpSpPr>
        <p:grpSpPr>
          <a:xfrm>
            <a:off x="3441290" y="0"/>
            <a:ext cx="532171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2A3FDB6-DCD6-DA78-6128-E65A8FD25C0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7FF3C07-57D6-C1F0-FD99-2977D8A7FCF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A41FFD63-469A-2517-D3E0-16C7452B6CB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12DCFA5D-0175-6F00-9C33-DB327BF8474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I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lang="en-IN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PRESENTATION OUTLINE</a:t>
              </a:r>
            </a:p>
            <a:p>
              <a:endParaRPr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158DD01-1D7C-4258-17BF-F3F2319CF538}"/>
              </a:ext>
            </a:extLst>
          </p:cNvPr>
          <p:cNvSpPr txBox="1"/>
          <p:nvPr/>
        </p:nvSpPr>
        <p:spPr>
          <a:xfrm>
            <a:off x="1002890" y="808395"/>
            <a:ext cx="6096000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Project Progress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Transformation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State-wise Analysis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Time-Series Analysis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Bar Graph – State-wise Confirmed Cases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Pie Chart – Confirmed Cases Distribution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Line Chart – Monthly COVID-19 Trend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COVID-19 Dashboard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 Findings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 and 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997680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2A4CC-EBAA-5661-E40C-E5EE0E9BE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66F0314-BBA9-6C46-6697-50C5480B626D}"/>
              </a:ext>
            </a:extLst>
          </p:cNvPr>
          <p:cNvSpPr txBox="1"/>
          <p:nvPr/>
        </p:nvSpPr>
        <p:spPr>
          <a:xfrm>
            <a:off x="786581" y="1170861"/>
            <a:ext cx="835741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REVIEW-1</a:t>
            </a:r>
          </a:p>
          <a:p>
            <a:pPr>
              <a:buNone/>
            </a:pPr>
            <a:r>
              <a:rPr lang="en-IN" sz="2400" dirty="0"/>
              <a:t>• Dataset selection and understanding</a:t>
            </a:r>
            <a:br>
              <a:rPr lang="en-IN" sz="2400" dirty="0"/>
            </a:br>
            <a:r>
              <a:rPr lang="en-IN" sz="2400" dirty="0"/>
              <a:t>• Data collection and import</a:t>
            </a:r>
            <a:br>
              <a:rPr lang="en-IN" sz="2400" dirty="0"/>
            </a:br>
            <a:r>
              <a:rPr lang="en-IN" sz="2400" dirty="0"/>
              <a:t>• Initial dataset exploration</a:t>
            </a:r>
            <a:br>
              <a:rPr lang="en-IN" sz="2400" dirty="0"/>
            </a:br>
            <a:r>
              <a:rPr lang="en-IN" sz="2400" dirty="0"/>
              <a:t>• Data cleaning and preprocessing</a:t>
            </a:r>
            <a:br>
              <a:rPr lang="en-IN" sz="2400" dirty="0"/>
            </a:br>
            <a:r>
              <a:rPr lang="en-IN" sz="2400" dirty="0"/>
              <a:t>• Preparation of cleaned datasets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b="1" dirty="0"/>
              <a:t>REVIEW-2</a:t>
            </a:r>
          </a:p>
          <a:p>
            <a:pPr>
              <a:buNone/>
            </a:pPr>
            <a:r>
              <a:rPr lang="en-IN" sz="2400" dirty="0"/>
              <a:t>• Data transformation</a:t>
            </a:r>
            <a:br>
              <a:rPr lang="en-IN" sz="2400" dirty="0"/>
            </a:br>
            <a:r>
              <a:rPr lang="en-IN" sz="2400" dirty="0"/>
              <a:t>• State-wise analysis</a:t>
            </a:r>
            <a:br>
              <a:rPr lang="en-IN" sz="2400" dirty="0"/>
            </a:br>
            <a:r>
              <a:rPr lang="en-IN" sz="2400" dirty="0"/>
              <a:t>• Time-series analysis</a:t>
            </a:r>
            <a:br>
              <a:rPr lang="en-IN" sz="2400" dirty="0"/>
            </a:br>
            <a:r>
              <a:rPr lang="en-IN" sz="2400" dirty="0"/>
              <a:t>• Data visualization</a:t>
            </a:r>
            <a:br>
              <a:rPr lang="en-IN" sz="2400" dirty="0"/>
            </a:br>
            <a:r>
              <a:rPr lang="en-IN" sz="2400" dirty="0"/>
              <a:t>• Interactive dashboard development</a:t>
            </a:r>
            <a:br>
              <a:rPr lang="en-IN" sz="2400" dirty="0"/>
            </a:br>
            <a:r>
              <a:rPr lang="en-IN" sz="2400" dirty="0"/>
              <a:t>• Analysis of results</a:t>
            </a: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23466BA4-7E92-CEED-F1BA-4F02CEBD7E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object 7">
            <a:extLst>
              <a:ext uri="{FF2B5EF4-FFF2-40B4-BE49-F238E27FC236}">
                <a16:creationId xmlns:a16="http://schemas.microsoft.com/office/drawing/2014/main" id="{59DCEA12-C4F3-6C9B-1F6A-2CB61633CADA}"/>
              </a:ext>
            </a:extLst>
          </p:cNvPr>
          <p:cNvSpPr/>
          <p:nvPr/>
        </p:nvSpPr>
        <p:spPr>
          <a:xfrm>
            <a:off x="3687093" y="235744"/>
            <a:ext cx="4670441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PROGRESS</a:t>
            </a: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2379754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4210BCE7-A3C0-3C58-1D49-AB6B0F82E5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5181520A-A19B-A9CE-2F16-922F1C8075A7}"/>
              </a:ext>
            </a:extLst>
          </p:cNvPr>
          <p:cNvSpPr/>
          <p:nvPr/>
        </p:nvSpPr>
        <p:spPr>
          <a:xfrm>
            <a:off x="3687093" y="235744"/>
            <a:ext cx="4670441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  <a:endParaRPr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652D5-BF7A-F309-E432-1D5B1859D41F}"/>
              </a:ext>
            </a:extLst>
          </p:cNvPr>
          <p:cNvSpPr txBox="1"/>
          <p:nvPr/>
        </p:nvSpPr>
        <p:spPr>
          <a:xfrm>
            <a:off x="698089" y="1091380"/>
            <a:ext cx="106188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DATA TRANSFORMATION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• The Date column was converted into datetime format for time-based analysis.</a:t>
            </a:r>
          </a:p>
          <a:p>
            <a:pPr>
              <a:buNone/>
            </a:pPr>
            <a:r>
              <a:rPr lang="en-IN" sz="2400" dirty="0"/>
              <a:t>• National-level India records were excluded from state-wise analysis.</a:t>
            </a:r>
          </a:p>
          <a:p>
            <a:pPr>
              <a:buNone/>
            </a:pPr>
            <a:r>
              <a:rPr lang="en-IN" sz="2400" dirty="0"/>
              <a:t>• State Unassigned records were excluded from state-level analysis.</a:t>
            </a:r>
          </a:p>
          <a:p>
            <a:pPr>
              <a:buNone/>
            </a:pPr>
            <a:r>
              <a:rPr lang="en-IN" sz="2400" dirty="0"/>
              <a:t>• The cleaned state data was sorted by State and Date.</a:t>
            </a:r>
          </a:p>
          <a:p>
            <a:pPr>
              <a:buNone/>
            </a:pPr>
            <a:r>
              <a:rPr lang="en-IN" sz="2400" dirty="0"/>
              <a:t>• The transformed dataset was prepared for state-wise and time-series analysis.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b="1" dirty="0"/>
              <a:t>WORKFLOW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Raw Data → Filtering → Date Conversion → Sorting → Analysis Dataset</a:t>
            </a:r>
          </a:p>
        </p:txBody>
      </p:sp>
    </p:spTree>
    <p:extLst>
      <p:ext uri="{BB962C8B-B14F-4D97-AF65-F5344CB8AC3E}">
        <p14:creationId xmlns:p14="http://schemas.microsoft.com/office/powerpoint/2010/main" val="286781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FE42AEBE-8CC7-955E-F073-F831DD5C06C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954BD891-9F64-D861-99D5-28EDB3044AE2}"/>
              </a:ext>
            </a:extLst>
          </p:cNvPr>
          <p:cNvSpPr/>
          <p:nvPr/>
        </p:nvSpPr>
        <p:spPr>
          <a:xfrm>
            <a:off x="3687093" y="235744"/>
            <a:ext cx="4670441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400" dirty="0">
                <a:solidFill>
                  <a:schemeClr val="bg1"/>
                </a:solidFill>
              </a:rPr>
              <a:t>STATE-WISE ANALYSIS</a:t>
            </a:r>
            <a:endParaRPr sz="2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A631D2-BF0D-1F35-D7F1-C14A044FA2DA}"/>
              </a:ext>
            </a:extLst>
          </p:cNvPr>
          <p:cNvSpPr txBox="1"/>
          <p:nvPr/>
        </p:nvSpPr>
        <p:spPr>
          <a:xfrm>
            <a:off x="403124" y="1327355"/>
            <a:ext cx="108351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STATE-WISE ANALYSIS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• State-wise records were grouped using Pandas </a:t>
            </a:r>
            <a:r>
              <a:rPr lang="en-IN" sz="2400" dirty="0" err="1">
                <a:latin typeface="+mn-lt"/>
              </a:rPr>
              <a:t>groupby</a:t>
            </a:r>
            <a:r>
              <a:rPr lang="en-IN" sz="2400" dirty="0">
                <a:latin typeface="+mn-lt"/>
              </a:rPr>
              <a:t>()</a:t>
            </a:r>
            <a:r>
              <a:rPr lang="en-IN" sz="2400" dirty="0"/>
              <a:t>.</a:t>
            </a:r>
          </a:p>
          <a:p>
            <a:pPr>
              <a:buNone/>
            </a:pPr>
            <a:r>
              <a:rPr lang="en-IN" sz="2400" dirty="0"/>
              <a:t>• The latest available record for each state was identified.</a:t>
            </a:r>
          </a:p>
          <a:p>
            <a:pPr>
              <a:buNone/>
            </a:pPr>
            <a:r>
              <a:rPr lang="en-IN" sz="2400" dirty="0"/>
              <a:t>• Confirmed, Recovered and Deceased cases were extracted.</a:t>
            </a:r>
          </a:p>
          <a:p>
            <a:pPr>
              <a:buNone/>
            </a:pPr>
            <a:r>
              <a:rPr lang="en-IN" sz="2400" dirty="0"/>
              <a:t>• Latest non-zero testing records were identified separately.</a:t>
            </a:r>
          </a:p>
          <a:p>
            <a:pPr>
              <a:buNone/>
            </a:pPr>
            <a:r>
              <a:rPr lang="en-IN" sz="2400" dirty="0"/>
              <a:t>• Case and testing information were combined using </a:t>
            </a:r>
            <a:r>
              <a:rPr lang="en-IN" sz="2400" dirty="0">
                <a:latin typeface="+mn-lt"/>
              </a:rPr>
              <a:t>merge()</a:t>
            </a:r>
            <a:r>
              <a:rPr lang="en-IN" sz="2400" dirty="0"/>
              <a:t>.</a:t>
            </a:r>
          </a:p>
          <a:p>
            <a:pPr>
              <a:buNone/>
            </a:pPr>
            <a:r>
              <a:rPr lang="en-IN" sz="2400" dirty="0"/>
              <a:t>• The final state-wise data was sorted based on Confirmed cases.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b="1" dirty="0"/>
              <a:t>KEY PURPOSE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To compare COVID-19 statistics across different states and regions.</a:t>
            </a:r>
          </a:p>
        </p:txBody>
      </p:sp>
    </p:spTree>
    <p:extLst>
      <p:ext uri="{BB962C8B-B14F-4D97-AF65-F5344CB8AC3E}">
        <p14:creationId xmlns:p14="http://schemas.microsoft.com/office/powerpoint/2010/main" val="2659026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F3935285-A3B2-C1D6-57BA-AE0A25911D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CD229EC2-4784-5729-BB31-D83BF5CD9C28}"/>
              </a:ext>
            </a:extLst>
          </p:cNvPr>
          <p:cNvSpPr/>
          <p:nvPr/>
        </p:nvSpPr>
        <p:spPr>
          <a:xfrm>
            <a:off x="3687093" y="235744"/>
            <a:ext cx="4670441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dirty="0">
                <a:solidFill>
                  <a:schemeClr val="bg1"/>
                </a:solidFill>
              </a:rPr>
              <a:t>                    </a:t>
            </a:r>
            <a:r>
              <a:rPr lang="en-IN" sz="2400" dirty="0">
                <a:solidFill>
                  <a:schemeClr val="bg1"/>
                </a:solidFill>
              </a:rPr>
              <a:t>STATE-WISE ANALYSIS</a:t>
            </a:r>
            <a:endParaRPr sz="2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4A0D4D-D855-4E73-A450-7EB6761F0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55" y="744700"/>
            <a:ext cx="5781368" cy="56620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5D6001-9A4B-71DE-A0AD-971C66ED5D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496" y="652303"/>
            <a:ext cx="5649504" cy="398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9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902F68AF-1188-5421-F3C0-62C864AF98B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737C01C5-B01C-A0E8-E386-397897C02F87}"/>
              </a:ext>
            </a:extLst>
          </p:cNvPr>
          <p:cNvSpPr/>
          <p:nvPr/>
        </p:nvSpPr>
        <p:spPr>
          <a:xfrm>
            <a:off x="3687093" y="235744"/>
            <a:ext cx="4670441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dirty="0">
                <a:solidFill>
                  <a:schemeClr val="bg1"/>
                </a:solidFill>
              </a:rPr>
              <a:t>                    </a:t>
            </a:r>
            <a:r>
              <a:rPr lang="en-IN" sz="2400" dirty="0">
                <a:solidFill>
                  <a:schemeClr val="bg1"/>
                </a:solidFill>
              </a:rPr>
              <a:t>STATE-WISE ANALYSIS</a:t>
            </a:r>
            <a:endParaRPr sz="2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D03AED-095B-4492-9CD6-B9138B6C0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6673"/>
            <a:ext cx="6803923" cy="5671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1795FD-9B6C-EF53-B4B6-F77FC5A3E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058" y="751749"/>
            <a:ext cx="5102942" cy="46953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548F71-811A-4FBD-745B-68A361F0AA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816" y="5546565"/>
            <a:ext cx="5248184" cy="76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40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03A09A4F-A6F9-6762-3B2F-2E69B9295A3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55F7E2D6-2CDF-7018-9321-3DA0356D28D5}"/>
              </a:ext>
            </a:extLst>
          </p:cNvPr>
          <p:cNvSpPr/>
          <p:nvPr/>
        </p:nvSpPr>
        <p:spPr>
          <a:xfrm>
            <a:off x="3687093" y="235744"/>
            <a:ext cx="4670441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dirty="0">
                <a:solidFill>
                  <a:schemeClr val="bg1"/>
                </a:solidFill>
              </a:rPr>
              <a:t>                    </a:t>
            </a:r>
            <a:r>
              <a:rPr lang="en-IN" sz="2400" dirty="0">
                <a:solidFill>
                  <a:schemeClr val="bg1"/>
                </a:solidFill>
              </a:rPr>
              <a:t>STATE-WISE ANALYSIS</a:t>
            </a:r>
            <a:endParaRPr sz="2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35BC24-8D47-C807-C5A4-DB41AC091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5" y="783474"/>
            <a:ext cx="4548094" cy="575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37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6DE2691C-BC55-E7D2-095B-6DE44AF6C9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A48E954A-2EDA-2194-C12B-286F9B7A2C8C}"/>
              </a:ext>
            </a:extLst>
          </p:cNvPr>
          <p:cNvSpPr/>
          <p:nvPr/>
        </p:nvSpPr>
        <p:spPr>
          <a:xfrm>
            <a:off x="3687093" y="235744"/>
            <a:ext cx="4670441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dirty="0">
                <a:solidFill>
                  <a:schemeClr val="bg1"/>
                </a:solidFill>
              </a:rPr>
              <a:t>                         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FE2BD-EDCE-4586-2C1D-ECECE22D6745}"/>
              </a:ext>
            </a:extLst>
          </p:cNvPr>
          <p:cNvSpPr txBox="1"/>
          <p:nvPr/>
        </p:nvSpPr>
        <p:spPr>
          <a:xfrm>
            <a:off x="550606" y="983226"/>
            <a:ext cx="108941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dirty="0"/>
              <a:t>• COVID-19 data was </a:t>
            </a:r>
            <a:r>
              <a:rPr lang="en-IN" sz="2400" dirty="0" err="1"/>
              <a:t>analyzed</a:t>
            </a:r>
            <a:r>
              <a:rPr lang="en-IN" sz="2400" dirty="0"/>
              <a:t> according to the Date field.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/>
              <a:t>• The dates were grouped into monthly periods.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/>
              <a:t>• Monthly Confirmed, Recovered and Deceased cases were calculated.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/>
              <a:t>• The resulting data was used to identify COVID-19 trends over time.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/>
              <a:t>• Time-series analysis provides a clear view of changes throughout the dataset period.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b="1" dirty="0"/>
              <a:t>WORKFLOW </a:t>
            </a:r>
            <a:r>
              <a:rPr lang="en-IN" sz="2400" b="1" dirty="0">
                <a:sym typeface="Wingdings" panose="05000000000000000000" pitchFamily="2" charset="2"/>
              </a:rPr>
              <a:t></a:t>
            </a:r>
            <a:endParaRPr lang="en-IN" sz="2400" b="1" dirty="0"/>
          </a:p>
          <a:p>
            <a:pPr>
              <a:buNone/>
            </a:pPr>
            <a:endParaRPr lang="en-IN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E19B6E-8EC8-DD12-733C-291085C83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206" y="3856406"/>
            <a:ext cx="8028040" cy="267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85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C3401AAD-129B-BD74-3D93-B1C40BA8A9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07C83CA7-26AF-70CB-8DD1-40E8C0F85ED5}"/>
              </a:ext>
            </a:extLst>
          </p:cNvPr>
          <p:cNvSpPr/>
          <p:nvPr/>
        </p:nvSpPr>
        <p:spPr>
          <a:xfrm>
            <a:off x="3687093" y="235744"/>
            <a:ext cx="4670441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dirty="0">
                <a:solidFill>
                  <a:schemeClr val="bg1"/>
                </a:solidFill>
              </a:rPr>
              <a:t>                       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</a:t>
            </a:r>
            <a:endParaRPr sz="2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153F71-E4F8-8F53-CBF3-5ABA99EE7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6" y="652303"/>
            <a:ext cx="6472931" cy="59063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20A497-0E4D-CD56-2144-6C80326E45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334" y="3429000"/>
            <a:ext cx="5018666" cy="29912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B32E94-ED7E-2CD4-74A5-3C1EE17EB47D}"/>
              </a:ext>
            </a:extLst>
          </p:cNvPr>
          <p:cNvSpPr txBox="1"/>
          <p:nvPr/>
        </p:nvSpPr>
        <p:spPr>
          <a:xfrm>
            <a:off x="6528618" y="757084"/>
            <a:ext cx="55290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EXPLANATION</a:t>
            </a:r>
          </a:p>
          <a:p>
            <a:pPr>
              <a:buNone/>
            </a:pPr>
            <a:r>
              <a:rPr lang="en-IN" dirty="0"/>
              <a:t>The Date column is used to create monthly periods.</a:t>
            </a:r>
          </a:p>
          <a:p>
            <a:pPr>
              <a:buNone/>
            </a:pPr>
            <a:r>
              <a:rPr lang="en-IN" dirty="0"/>
              <a:t>The data is grouped month-wise to obtain:</a:t>
            </a:r>
          </a:p>
          <a:p>
            <a:pPr>
              <a:buNone/>
            </a:pPr>
            <a:r>
              <a:rPr lang="en-IN" dirty="0"/>
              <a:t>• Confirmed cases</a:t>
            </a:r>
            <a:br>
              <a:rPr lang="en-IN" dirty="0"/>
            </a:br>
            <a:r>
              <a:rPr lang="en-IN" dirty="0"/>
              <a:t>• Recovered cases</a:t>
            </a:r>
            <a:br>
              <a:rPr lang="en-IN" dirty="0"/>
            </a:br>
            <a:r>
              <a:rPr lang="en-IN" dirty="0"/>
              <a:t>• Deceased cases</a:t>
            </a:r>
          </a:p>
          <a:p>
            <a:pPr>
              <a:buNone/>
            </a:pPr>
            <a:r>
              <a:rPr lang="en-IN" dirty="0"/>
              <a:t>The resulting monthly dataset is used to generate the trend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894920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9FDBC345-034A-478F-C607-E3191EAFC5F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27C58965-BFDB-7F65-6C2E-01F4064895A0}"/>
              </a:ext>
            </a:extLst>
          </p:cNvPr>
          <p:cNvSpPr/>
          <p:nvPr/>
        </p:nvSpPr>
        <p:spPr>
          <a:xfrm>
            <a:off x="3687093" y="235744"/>
            <a:ext cx="4670441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dirty="0">
                <a:solidFill>
                  <a:schemeClr val="bg1"/>
                </a:solidFill>
              </a:rPr>
              <a:t>        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Chart – Monthly COVID-19 Trend</a:t>
            </a:r>
            <a:endParaRPr sz="2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01AA88-A01C-C103-2F1D-59172F9BE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50" y="824359"/>
            <a:ext cx="9512011" cy="47200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D9C8C6-E0D5-A9BB-2F9A-9667B28D5A5A}"/>
              </a:ext>
            </a:extLst>
          </p:cNvPr>
          <p:cNvSpPr txBox="1"/>
          <p:nvPr/>
        </p:nvSpPr>
        <p:spPr>
          <a:xfrm>
            <a:off x="9733934" y="1189307"/>
            <a:ext cx="26842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Chart represents:</a:t>
            </a:r>
          </a:p>
          <a:p>
            <a:pPr>
              <a:buNone/>
            </a:pPr>
            <a:r>
              <a:rPr lang="en-IN" dirty="0"/>
              <a:t>• Confirmed Cases</a:t>
            </a:r>
            <a:br>
              <a:rPr lang="en-IN" dirty="0"/>
            </a:br>
            <a:r>
              <a:rPr lang="en-IN" dirty="0"/>
              <a:t>• Recovered Cases</a:t>
            </a:r>
            <a:br>
              <a:rPr lang="en-IN" dirty="0"/>
            </a:br>
            <a:r>
              <a:rPr lang="en-IN" dirty="0"/>
              <a:t>• Deceased Cases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72F36-D276-D950-883A-87DAE04517B3}"/>
              </a:ext>
            </a:extLst>
          </p:cNvPr>
          <p:cNvSpPr txBox="1"/>
          <p:nvPr/>
        </p:nvSpPr>
        <p:spPr>
          <a:xfrm>
            <a:off x="872251" y="5544364"/>
            <a:ext cx="6209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PURPOSE</a:t>
            </a:r>
          </a:p>
          <a:p>
            <a:pPr>
              <a:buNone/>
            </a:pPr>
            <a:r>
              <a:rPr lang="en-IN" dirty="0"/>
              <a:t>To visualize the variation of COVID-19 cases over time using monthly data.</a:t>
            </a:r>
          </a:p>
        </p:txBody>
      </p:sp>
    </p:spTree>
    <p:extLst>
      <p:ext uri="{BB962C8B-B14F-4D97-AF65-F5344CB8AC3E}">
        <p14:creationId xmlns:p14="http://schemas.microsoft.com/office/powerpoint/2010/main" val="3124384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49766A9E-8DB3-CE03-34DA-BDC044CD1DA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890E2480-1FFB-7357-2283-EDEFB6D29BDA}"/>
              </a:ext>
            </a:extLst>
          </p:cNvPr>
          <p:cNvSpPr/>
          <p:nvPr/>
        </p:nvSpPr>
        <p:spPr>
          <a:xfrm>
            <a:off x="3687093" y="235744"/>
            <a:ext cx="4670441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sz="1600" dirty="0">
                <a:solidFill>
                  <a:schemeClr val="bg1"/>
                </a:solidFill>
              </a:rPr>
              <a:t> </a:t>
            </a:r>
            <a:r>
              <a:rPr lang="en-IN" dirty="0">
                <a:solidFill>
                  <a:schemeClr val="bg1"/>
                </a:solidFill>
              </a:rPr>
              <a:t>BAR GRAPH – STATE-WISE CONFIRMED CASES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9D632-619E-A6B0-B380-30311125F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808412"/>
            <a:ext cx="7433187" cy="60495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AD05C5-2E17-B6F0-2D57-D2811E48D0BF}"/>
              </a:ext>
            </a:extLst>
          </p:cNvPr>
          <p:cNvSpPr txBox="1"/>
          <p:nvPr/>
        </p:nvSpPr>
        <p:spPr>
          <a:xfrm>
            <a:off x="8042787" y="1120676"/>
            <a:ext cx="42573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PURPOSE</a:t>
            </a:r>
          </a:p>
          <a:p>
            <a:pPr>
              <a:buNone/>
            </a:pPr>
            <a:r>
              <a:rPr lang="en-IN" dirty="0"/>
              <a:t>The bar graph compares confirmed COVID-19 cases across different states/regions.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INTERPRETATION</a:t>
            </a:r>
          </a:p>
          <a:p>
            <a:pPr>
              <a:buNone/>
            </a:pPr>
            <a:r>
              <a:rPr lang="en-IN" dirty="0"/>
              <a:t>The visualization makes differences in confirmed cases between states easier to compare</a:t>
            </a:r>
          </a:p>
        </p:txBody>
      </p:sp>
    </p:spTree>
    <p:extLst>
      <p:ext uri="{BB962C8B-B14F-4D97-AF65-F5344CB8AC3E}">
        <p14:creationId xmlns:p14="http://schemas.microsoft.com/office/powerpoint/2010/main" val="3562809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B9CC5D5B-056B-8E51-18E1-220CD282926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FEA64557-4BF9-4B92-74C0-7231EF4DCB23}"/>
              </a:ext>
            </a:extLst>
          </p:cNvPr>
          <p:cNvSpPr/>
          <p:nvPr/>
        </p:nvSpPr>
        <p:spPr>
          <a:xfrm>
            <a:off x="3687093" y="235744"/>
            <a:ext cx="4670441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sz="1600" dirty="0">
                <a:solidFill>
                  <a:schemeClr val="bg1"/>
                </a:solidFill>
              </a:rPr>
              <a:t>     PIE CHART – CONFIRMED CASES DISTRIBUTION</a:t>
            </a:r>
            <a:endParaRPr sz="16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39B077-F76C-A6C3-B1C6-69D75B2AC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50" y="845541"/>
            <a:ext cx="5677431" cy="58548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46E5B5-F9D7-887A-EFF3-0B3E7E6E9EA5}"/>
              </a:ext>
            </a:extLst>
          </p:cNvPr>
          <p:cNvSpPr txBox="1"/>
          <p:nvPr/>
        </p:nvSpPr>
        <p:spPr>
          <a:xfrm>
            <a:off x="6096000" y="110810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PURPOSE</a:t>
            </a:r>
          </a:p>
          <a:p>
            <a:pPr>
              <a:buNone/>
            </a:pPr>
            <a:r>
              <a:rPr lang="en-IN" dirty="0"/>
              <a:t>To represent the distribution of confirmed COVID-19 cases among the major states/regions.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REPRESENTATION</a:t>
            </a:r>
          </a:p>
          <a:p>
            <a:pPr>
              <a:buNone/>
            </a:pPr>
            <a:r>
              <a:rPr lang="en-IN" dirty="0"/>
              <a:t>Major States + Others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chart provides a part-to-whole view of the confirmed case distribution.</a:t>
            </a:r>
          </a:p>
        </p:txBody>
      </p:sp>
    </p:spTree>
    <p:extLst>
      <p:ext uri="{BB962C8B-B14F-4D97-AF65-F5344CB8AC3E}">
        <p14:creationId xmlns:p14="http://schemas.microsoft.com/office/powerpoint/2010/main" val="4028480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E3FF0BAB-1B72-889A-C348-DF6F8C15C3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ED60FBEA-C450-3299-3D98-1600D2D870DC}"/>
              </a:ext>
            </a:extLst>
          </p:cNvPr>
          <p:cNvSpPr/>
          <p:nvPr/>
        </p:nvSpPr>
        <p:spPr>
          <a:xfrm>
            <a:off x="3687093" y="235744"/>
            <a:ext cx="4670441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COVID-19 Dashboard</a:t>
            </a:r>
            <a:endParaRPr sz="2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29E87A-55CE-59F5-0E00-12A00A4A6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50" y="642209"/>
            <a:ext cx="11370308" cy="621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8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205DD2EE-8952-B76E-7A37-88E5CC0249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EA9994D0-EA08-9F53-8B5B-561C4F13321B}"/>
              </a:ext>
            </a:extLst>
          </p:cNvPr>
          <p:cNvSpPr/>
          <p:nvPr/>
        </p:nvSpPr>
        <p:spPr>
          <a:xfrm>
            <a:off x="3687093" y="235744"/>
            <a:ext cx="4670441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4127E9-6082-0472-F71E-C041020687A0}"/>
              </a:ext>
            </a:extLst>
          </p:cNvPr>
          <p:cNvSpPr txBox="1"/>
          <p:nvPr/>
        </p:nvSpPr>
        <p:spPr>
          <a:xfrm>
            <a:off x="639092" y="1013680"/>
            <a:ext cx="1155290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dirty="0"/>
              <a:t>• The processed dataset supports analysis across 36 states/regions.</a:t>
            </a:r>
          </a:p>
          <a:p>
            <a:pPr>
              <a:buNone/>
            </a:pPr>
            <a:r>
              <a:rPr lang="en-IN" sz="2200" dirty="0"/>
              <a:t>• State-wise grouping provides a clear comparison of confirmed, recovered and deceased cases.</a:t>
            </a:r>
          </a:p>
          <a:p>
            <a:pPr>
              <a:buNone/>
            </a:pPr>
            <a:r>
              <a:rPr lang="en-IN" sz="2200" dirty="0"/>
              <a:t>• Monthly aggregation helps identify COVID-19 trends over time.</a:t>
            </a:r>
          </a:p>
          <a:p>
            <a:pPr>
              <a:buNone/>
            </a:pPr>
            <a:r>
              <a:rPr lang="en-IN" sz="2200" dirty="0"/>
              <a:t>• The bar graph provides state-wise comparison of confirmed cases.</a:t>
            </a:r>
          </a:p>
          <a:p>
            <a:pPr>
              <a:buNone/>
            </a:pPr>
            <a:r>
              <a:rPr lang="en-IN" sz="2200" dirty="0"/>
              <a:t>• The pie chart represents the distribution of confirmed cases among major states and Others.</a:t>
            </a:r>
          </a:p>
          <a:p>
            <a:pPr>
              <a:buNone/>
            </a:pPr>
            <a:r>
              <a:rPr lang="en-IN" sz="2200" dirty="0"/>
              <a:t>• The dashboard combines key statistics and visualizations into a single analytical view.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CE427E-D96F-4712-C583-16144C314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00027"/>
            <a:ext cx="3234812" cy="18345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90BEF0-3456-0E34-3ADF-122DE4F3F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813" y="4016319"/>
            <a:ext cx="3125224" cy="14421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852412-0862-3CF7-8A84-2060E451EE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545" y="4016319"/>
            <a:ext cx="2997403" cy="14421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AAF412-574C-58D4-656B-582E29B891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947" y="4016319"/>
            <a:ext cx="2779053" cy="144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421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3191922C-2DB4-6446-07AF-1A302C98DB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0EE07398-F7E5-CA54-7FBE-8B3A56768CD6}"/>
              </a:ext>
            </a:extLst>
          </p:cNvPr>
          <p:cNvSpPr/>
          <p:nvPr/>
        </p:nvSpPr>
        <p:spPr>
          <a:xfrm>
            <a:off x="3687093" y="235744"/>
            <a:ext cx="4670441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9ACB5-5B30-EC61-E5D3-9B2D93A2A255}"/>
              </a:ext>
            </a:extLst>
          </p:cNvPr>
          <p:cNvSpPr txBox="1"/>
          <p:nvPr/>
        </p:nvSpPr>
        <p:spPr>
          <a:xfrm>
            <a:off x="658762" y="1120876"/>
            <a:ext cx="995024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CONCLUSION</a:t>
            </a:r>
          </a:p>
          <a:p>
            <a:pPr>
              <a:buNone/>
            </a:pPr>
            <a:r>
              <a:rPr lang="en-IN" sz="2400" dirty="0"/>
              <a:t>• Data preprocessing was followed by state-wise and time-series analysis.</a:t>
            </a:r>
          </a:p>
          <a:p>
            <a:pPr>
              <a:buNone/>
            </a:pPr>
            <a:r>
              <a:rPr lang="en-IN" sz="2400" dirty="0"/>
              <a:t>• Pandas was used for data transformation, grouping and analysis.</a:t>
            </a:r>
          </a:p>
          <a:p>
            <a:pPr>
              <a:buNone/>
            </a:pPr>
            <a:r>
              <a:rPr lang="en-IN" sz="2400" dirty="0"/>
              <a:t>• Line, bar and pie visualizations were implemented.</a:t>
            </a:r>
          </a:p>
          <a:p>
            <a:pPr>
              <a:buNone/>
            </a:pPr>
            <a:r>
              <a:rPr lang="en-IN" sz="2400" dirty="0"/>
              <a:t>• An interactive dashboard was developed.</a:t>
            </a:r>
          </a:p>
          <a:p>
            <a:pPr>
              <a:buNone/>
            </a:pPr>
            <a:r>
              <a:rPr lang="en-IN" sz="2400" dirty="0"/>
              <a:t>• The project converts processed COVID-19 data into meaningful analytical insights.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b="1" dirty="0"/>
              <a:t>FUTURE ENHANCEMENTS</a:t>
            </a:r>
          </a:p>
          <a:p>
            <a:pPr>
              <a:buNone/>
            </a:pPr>
            <a:r>
              <a:rPr lang="en-IN" sz="2400" dirty="0"/>
              <a:t>• Integration of regularly updated COVID-19 data.</a:t>
            </a:r>
          </a:p>
          <a:p>
            <a:pPr>
              <a:buNone/>
            </a:pPr>
            <a:r>
              <a:rPr lang="en-IN" sz="2400" dirty="0"/>
              <a:t>• Additional interactive dashboard filters.</a:t>
            </a:r>
          </a:p>
          <a:p>
            <a:pPr>
              <a:buNone/>
            </a:pPr>
            <a:r>
              <a:rPr lang="en-IN" sz="2400" dirty="0"/>
              <a:t>• More detailed state-wise and temporal analysis.</a:t>
            </a:r>
          </a:p>
          <a:p>
            <a:pPr>
              <a:buNone/>
            </a:pPr>
            <a:r>
              <a:rPr lang="en-IN" sz="2400" dirty="0"/>
              <a:t>• Additional analytical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3771414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728</Words>
  <Application>Microsoft Office PowerPoint</Application>
  <PresentationFormat>Widescreen</PresentationFormat>
  <Paragraphs>100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Adithya Peesapati</dc:creator>
  <cp:lastModifiedBy>Adithya Peesapati</cp:lastModifiedBy>
  <cp:revision>1</cp:revision>
  <dcterms:created xsi:type="dcterms:W3CDTF">2026-09-28T16:19:17Z</dcterms:created>
  <dcterms:modified xsi:type="dcterms:W3CDTF">2026-09-29T01:20:38Z</dcterms:modified>
</cp:coreProperties>
</file>